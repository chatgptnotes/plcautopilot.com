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Default Extension="wdp" ContentType="image/vnd.ms-photo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0" r:id="rId4"/>
    <p:sldId id="259" r:id="rId5"/>
    <p:sldId id="261" r:id="rId6"/>
  </p:sldIdLst>
  <p:sldSz cx="12188825" cy="6858000"/>
  <p:notesSz cx="7312025" cy="95980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FFFFF"/>
    <a:srgbClr val="009530"/>
    <a:srgbClr val="626469"/>
    <a:srgbClr val="3FAE49"/>
    <a:srgbClr val="000000"/>
    <a:srgbClr val="4FA600"/>
    <a:srgbClr val="42B4E6"/>
    <a:srgbClr val="4F4F4F"/>
    <a:srgbClr val="777777"/>
    <a:srgbClr val="E47F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7294" autoAdjust="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-96" y="-288"/>
      </p:cViewPr>
      <p:guideLst>
        <p:guide orient="horz" pos="246"/>
        <p:guide orient="horz" pos="4075"/>
        <p:guide pos="3084"/>
        <p:guide pos="383"/>
        <p:guide pos="7294"/>
        <p:guide pos="1680"/>
        <p:guide pos="1786"/>
        <p:guide pos="3190"/>
        <p:guide pos="4488"/>
        <p:guide pos="4595"/>
        <p:guide pos="5892"/>
        <p:guide pos="600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8544" cy="479901"/>
          </a:xfrm>
          <a:prstGeom prst="rect">
            <a:avLst/>
          </a:prstGeom>
        </p:spPr>
        <p:txBody>
          <a:bodyPr vert="horz" lIns="96625" tIns="48312" rIns="96625" bIns="48312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1789" y="0"/>
            <a:ext cx="3168544" cy="479901"/>
          </a:xfrm>
          <a:prstGeom prst="rect">
            <a:avLst/>
          </a:prstGeom>
        </p:spPr>
        <p:txBody>
          <a:bodyPr vert="horz" lIns="96625" tIns="48312" rIns="96625" bIns="48312" rtlCol="0"/>
          <a:lstStyle>
            <a:lvl1pPr algn="r">
              <a:defRPr sz="1300"/>
            </a:lvl1pPr>
          </a:lstStyle>
          <a:p>
            <a:fld id="{323A1176-C8DD-4CA5-8562-1D1161873E00}" type="datetimeFigureOut">
              <a:rPr lang="en-US" smtClean="0"/>
              <a:pPr/>
              <a:t>9/21/2014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397625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25" tIns="48312" rIns="96625" bIns="4831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203" y="4559062"/>
            <a:ext cx="5849620" cy="4319111"/>
          </a:xfrm>
          <a:prstGeom prst="rect">
            <a:avLst/>
          </a:prstGeom>
        </p:spPr>
        <p:txBody>
          <a:bodyPr vert="horz" lIns="96625" tIns="48312" rIns="96625" bIns="48312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6458"/>
            <a:ext cx="3168544" cy="479901"/>
          </a:xfrm>
          <a:prstGeom prst="rect">
            <a:avLst/>
          </a:prstGeom>
        </p:spPr>
        <p:txBody>
          <a:bodyPr vert="horz" lIns="96625" tIns="48312" rIns="96625" bIns="48312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1789" y="9116458"/>
            <a:ext cx="3168544" cy="479901"/>
          </a:xfrm>
          <a:prstGeom prst="rect">
            <a:avLst/>
          </a:prstGeom>
        </p:spPr>
        <p:txBody>
          <a:bodyPr vert="horz" lIns="96625" tIns="48312" rIns="96625" bIns="48312" rtlCol="0" anchor="b"/>
          <a:lstStyle>
            <a:lvl1pPr algn="r">
              <a:defRPr sz="1300"/>
            </a:lvl1pPr>
          </a:lstStyle>
          <a:p>
            <a:fld id="{1CEAC983-54EE-4F70-BDD0-102B71A5E8E3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39520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Spruce Green">
    <p:bg>
      <p:bgPr>
        <a:solidFill>
          <a:srgbClr val="009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1215276" y="6206804"/>
            <a:ext cx="619933" cy="524518"/>
          </a:xfrm>
          <a:prstGeom prst="rect">
            <a:avLst/>
          </a:prstGeom>
          <a:solidFill>
            <a:srgbClr val="0095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9916" y="2130432"/>
            <a:ext cx="10979309" cy="1470025"/>
          </a:xfrm>
        </p:spPr>
        <p:txBody>
          <a:bodyPr lIns="0" anchor="b" anchorCtr="0">
            <a:noAutofit/>
          </a:bodyPr>
          <a:lstStyle>
            <a:lvl1pPr algn="l">
              <a:defRPr sz="3600" b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noProof="0" dirty="0" smtClean="0"/>
              <a:t>Slide Title</a:t>
            </a:r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9915" y="3644658"/>
            <a:ext cx="10979309" cy="1099870"/>
          </a:xfrm>
        </p:spPr>
        <p:txBody>
          <a:bodyPr lIns="0">
            <a:noAutofit/>
          </a:bodyPr>
          <a:lstStyle>
            <a:lvl1pPr marL="0" indent="0" algn="l">
              <a:buNone/>
              <a:defRPr sz="22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 smtClean="0"/>
              <a:t>Click to edit Subtitle</a:t>
            </a:r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0075" y="5124577"/>
            <a:ext cx="8586158" cy="1120775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noProof="0" smtClean="0"/>
              <a:t>Date</a:t>
            </a:r>
            <a:br>
              <a:rPr lang="en-US" noProof="0" smtClean="0"/>
            </a:br>
            <a:r>
              <a:rPr lang="en-US" noProof="0" smtClean="0"/>
              <a:t>Author</a:t>
            </a:r>
            <a:br>
              <a:rPr lang="en-US" noProof="0" smtClean="0"/>
            </a:br>
            <a:r>
              <a:rPr lang="en-US" noProof="0" smtClean="0"/>
              <a:t>Title</a:t>
            </a:r>
          </a:p>
        </p:txBody>
      </p:sp>
      <p:pic>
        <p:nvPicPr>
          <p:cNvPr id="7" name="Picture 23" descr="C:\Users\Kurt\Desktop\Untitled-1cc.png"/>
          <p:cNvPicPr>
            <a:picLocks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=""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9686417" y="5902135"/>
            <a:ext cx="1892808" cy="5669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2688631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8013" y="265113"/>
            <a:ext cx="10969943" cy="1096962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noProof="0" dirty="0" smtClean="0"/>
              <a:t>Headline</a:t>
            </a:r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8013" y="1509713"/>
            <a:ext cx="10969943" cy="4649553"/>
          </a:xfrm>
          <a:prstGeom prst="rect">
            <a:avLst/>
          </a:prstGeom>
        </p:spPr>
        <p:txBody>
          <a:bodyPr/>
          <a:lstStyle>
            <a:lvl1pPr>
              <a:buFont typeface="Arial" pitchFamily="34" charset="0"/>
              <a:buChar char="&gt;"/>
              <a:defRPr/>
            </a:lvl1pPr>
            <a:lvl5pPr>
              <a:defRPr/>
            </a:lvl5pPr>
          </a:lstStyle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  <a:endParaRPr lang="en-US" noProof="0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608013" y="6345952"/>
            <a:ext cx="2839902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r>
              <a:rPr lang="en-US" sz="800" dirty="0" smtClean="0">
                <a:solidFill>
                  <a:srgbClr val="626469"/>
                </a:solidFill>
                <a:latin typeface="Arial" pitchFamily="34" charset="0"/>
                <a:cs typeface="Arial" pitchFamily="34" charset="0"/>
              </a:rPr>
              <a:t>Confidential Property of Schneider Electric</a:t>
            </a:r>
          </a:p>
        </p:txBody>
      </p:sp>
    </p:spTree>
    <p:extLst>
      <p:ext uri="{BB962C8B-B14F-4D97-AF65-F5344CB8AC3E}">
        <p14:creationId xmlns="" xmlns:p14="http://schemas.microsoft.com/office/powerpoint/2010/main" val="1406363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11215276" y="5983093"/>
            <a:ext cx="619933" cy="5245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8013" y="2130432"/>
            <a:ext cx="10971212" cy="1470025"/>
          </a:xfrm>
        </p:spPr>
        <p:txBody>
          <a:bodyPr lIns="0" anchor="b" anchorCtr="0">
            <a:noAutofit/>
          </a:bodyPr>
          <a:lstStyle>
            <a:lvl1pPr algn="l">
              <a:defRPr sz="36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noProof="0" dirty="0" smtClean="0"/>
              <a:t>Slide Title</a:t>
            </a:r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440" y="3644658"/>
            <a:ext cx="10971212" cy="1099870"/>
          </a:xfrm>
        </p:spPr>
        <p:txBody>
          <a:bodyPr lIns="0">
            <a:noAutofit/>
          </a:bodyPr>
          <a:lstStyle>
            <a:lvl1pPr marL="0" indent="0" algn="l">
              <a:buNone/>
              <a:defRPr sz="2200">
                <a:solidFill>
                  <a:srgbClr val="626469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 smtClean="0"/>
              <a:t>Click to edit Subtitle</a:t>
            </a:r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5124577"/>
            <a:ext cx="8586158" cy="1120775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898989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noProof="0" smtClean="0"/>
              <a:t>Date</a:t>
            </a:r>
            <a:br>
              <a:rPr lang="en-US" noProof="0" smtClean="0"/>
            </a:br>
            <a:r>
              <a:rPr lang="en-US" noProof="0" smtClean="0"/>
              <a:t>Author</a:t>
            </a:r>
            <a:br>
              <a:rPr lang="en-US" noProof="0" smtClean="0"/>
            </a:br>
            <a:r>
              <a:rPr lang="en-US" noProof="0" smtClean="0"/>
              <a:t>Title</a:t>
            </a:r>
          </a:p>
        </p:txBody>
      </p:sp>
      <p:pic>
        <p:nvPicPr>
          <p:cNvPr id="14" name="Picture 23" descr="C:\Users\Kurt\Desktop\Untitled-1cc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89208" y="5904393"/>
            <a:ext cx="1891444" cy="5646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2688631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 hasCustomPrompt="1"/>
          </p:nvPr>
        </p:nvSpPr>
        <p:spPr>
          <a:xfrm>
            <a:off x="608013" y="261939"/>
            <a:ext cx="10971212" cy="1109661"/>
          </a:xfrm>
        </p:spPr>
        <p:txBody>
          <a:bodyPr anchor="t" anchorCtr="0"/>
          <a:lstStyle>
            <a:lvl1pPr algn="l">
              <a:defRPr/>
            </a:lvl1pPr>
          </a:lstStyle>
          <a:p>
            <a:r>
              <a:rPr lang="en-US" dirty="0" smtClean="0"/>
              <a:t>Click to edit title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4895849" y="1511299"/>
            <a:ext cx="6683375" cy="37547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Drag picture to placeholder or click icon to add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8437" y="1511300"/>
            <a:ext cx="4148620" cy="4660901"/>
          </a:xfrm>
        </p:spPr>
        <p:txBody>
          <a:bodyPr anchor="t" anchorCtr="0"/>
          <a:lstStyle>
            <a:lvl1pPr marL="0" indent="0">
              <a:buFontTx/>
              <a:buNone/>
              <a:defRPr lang="en-US" sz="2200" kern="1200" baseline="0" dirty="0" smtClean="0">
                <a:solidFill>
                  <a:srgbClr val="00953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 lang="en-US" sz="2000" kern="1200" dirty="0" smtClean="0">
                <a:solidFill>
                  <a:srgbClr val="626469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>
              <a:defRPr lang="en-US" sz="1800" kern="1200" dirty="0" smtClean="0">
                <a:solidFill>
                  <a:srgbClr val="626469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>
              <a:defRPr lang="en-US" sz="1600" kern="1200" baseline="0" dirty="0" smtClean="0">
                <a:solidFill>
                  <a:srgbClr val="626469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>
              <a:defRPr lang="en-US" sz="1400" kern="1200" baseline="0" dirty="0" smtClean="0">
                <a:solidFill>
                  <a:srgbClr val="626469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</a:lstStyle>
          <a:p>
            <a:pPr marL="225425" lvl="0" indent="-225425" algn="l" defTabSz="914400" rtl="0" eaLnBrk="1" latinLnBrk="0" hangingPunct="1">
              <a:spcBef>
                <a:spcPct val="20000"/>
              </a:spcBef>
              <a:buClr>
                <a:srgbClr val="009530"/>
              </a:buClr>
              <a:buFont typeface="Arial" pitchFamily="34" charset="0"/>
              <a:buChar char="&gt;"/>
            </a:pPr>
            <a:r>
              <a:rPr lang="fr-FR" smtClean="0"/>
              <a:t>Cliquez pour modifier les styles du texte du masque</a:t>
            </a:r>
          </a:p>
          <a:p>
            <a:pPr marL="225425" lvl="1" indent="-225425" algn="l" defTabSz="914400" rtl="0" eaLnBrk="1" latinLnBrk="0" hangingPunct="1">
              <a:spcBef>
                <a:spcPct val="20000"/>
              </a:spcBef>
              <a:buClr>
                <a:srgbClr val="009530"/>
              </a:buClr>
              <a:buFont typeface="Arial" pitchFamily="34" charset="0"/>
              <a:buChar char="&gt;"/>
            </a:pPr>
            <a:r>
              <a:rPr lang="fr-FR" smtClean="0"/>
              <a:t>Deuxième niveau</a:t>
            </a:r>
          </a:p>
          <a:p>
            <a:pPr marL="225425" lvl="2" indent="-225425" algn="l" defTabSz="914400" rtl="0" eaLnBrk="1" latinLnBrk="0" hangingPunct="1">
              <a:spcBef>
                <a:spcPct val="20000"/>
              </a:spcBef>
              <a:buClr>
                <a:srgbClr val="009530"/>
              </a:buClr>
              <a:buFont typeface="Arial" pitchFamily="34" charset="0"/>
              <a:buChar char="&gt;"/>
            </a:pPr>
            <a:r>
              <a:rPr lang="fr-FR" smtClean="0"/>
              <a:t>Troisième niveau</a:t>
            </a:r>
          </a:p>
          <a:p>
            <a:pPr marL="225425" lvl="3" indent="-225425" algn="l" defTabSz="914400" rtl="0" eaLnBrk="1" latinLnBrk="0" hangingPunct="1">
              <a:spcBef>
                <a:spcPct val="20000"/>
              </a:spcBef>
              <a:buClr>
                <a:srgbClr val="009530"/>
              </a:buClr>
              <a:buFont typeface="Arial" pitchFamily="34" charset="0"/>
              <a:buChar char="&gt;"/>
            </a:pPr>
            <a:r>
              <a:rPr lang="fr-FR" smtClean="0"/>
              <a:t>Quatrième niveau</a:t>
            </a:r>
          </a:p>
          <a:p>
            <a:pPr marL="225425" lvl="4" indent="-225425" algn="l" defTabSz="914400" rtl="0" eaLnBrk="1" latinLnBrk="0" hangingPunct="1">
              <a:spcBef>
                <a:spcPct val="20000"/>
              </a:spcBef>
              <a:buClr>
                <a:srgbClr val="009530"/>
              </a:buClr>
              <a:buFont typeface="Arial" pitchFamily="34" charset="0"/>
              <a:buChar char="&gt;"/>
            </a:pPr>
            <a:r>
              <a:rPr lang="fr-FR" smtClean="0"/>
              <a:t>Cinquième niveau</a:t>
            </a:r>
            <a:endParaRPr lang="en-US" dirty="0" smtClean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4895849" y="5410200"/>
            <a:ext cx="6683376" cy="762000"/>
          </a:xfrm>
        </p:spPr>
        <p:txBody>
          <a:bodyPr/>
          <a:lstStyle>
            <a:lvl1pPr marL="0" indent="0">
              <a:buFontTx/>
              <a:buNone/>
              <a:tabLst/>
              <a:defRPr sz="1800">
                <a:solidFill>
                  <a:srgbClr val="626469"/>
                </a:solidFill>
              </a:defRPr>
            </a:lvl1pPr>
          </a:lstStyle>
          <a:p>
            <a:pPr lvl="0"/>
            <a:r>
              <a:rPr lang="en-US" dirty="0" smtClean="0"/>
              <a:t>Caption text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608013" y="6345952"/>
            <a:ext cx="2839902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r>
              <a:rPr lang="en-US" sz="800" dirty="0" smtClean="0">
                <a:solidFill>
                  <a:srgbClr val="626469"/>
                </a:solidFill>
                <a:latin typeface="Arial" pitchFamily="34" charset="0"/>
                <a:cs typeface="Arial" pitchFamily="34" charset="0"/>
              </a:rPr>
              <a:t>Confidential Property of Schneider Electric</a:t>
            </a:r>
          </a:p>
        </p:txBody>
      </p:sp>
    </p:spTree>
    <p:extLst>
      <p:ext uri="{BB962C8B-B14F-4D97-AF65-F5344CB8AC3E}">
        <p14:creationId xmlns="" xmlns:p14="http://schemas.microsoft.com/office/powerpoint/2010/main" val="4202361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ition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3" descr="C:\Users\Kurt\Desktop\Untitled-1cc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68980" y="6130735"/>
            <a:ext cx="1135597" cy="3383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441" y="2436813"/>
            <a:ext cx="10969943" cy="1255711"/>
          </a:xfrm>
        </p:spPr>
        <p:txBody>
          <a:bodyPr anchor="b" anchorCtr="0">
            <a:normAutofit/>
          </a:bodyPr>
          <a:lstStyle>
            <a:lvl1pPr algn="l">
              <a:defRPr baseline="0">
                <a:solidFill>
                  <a:srgbClr val="009530"/>
                </a:solidFill>
              </a:defRPr>
            </a:lvl1pPr>
          </a:lstStyle>
          <a:p>
            <a:r>
              <a:rPr lang="en-US" dirty="0" smtClean="0"/>
              <a:t>Transition Slide Headline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03250" y="3765550"/>
            <a:ext cx="10972800" cy="1228725"/>
          </a:xfrm>
        </p:spPr>
        <p:txBody>
          <a:bodyPr rIns="0">
            <a:noAutofit/>
          </a:bodyPr>
          <a:lstStyle>
            <a:lvl1pPr marL="0" indent="0" algn="l">
              <a:buNone/>
              <a:defRPr sz="2200">
                <a:solidFill>
                  <a:srgbClr val="626469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smtClean="0"/>
              <a:t>Sub-headline if </a:t>
            </a:r>
            <a:r>
              <a:rPr lang="en-US" noProof="0" dirty="0" smtClean="0"/>
              <a:t>necessary</a:t>
            </a:r>
            <a:endParaRPr lang="en-US" noProof="0" dirty="0"/>
          </a:p>
        </p:txBody>
      </p:sp>
      <p:sp>
        <p:nvSpPr>
          <p:cNvPr id="6" name="Freeform 5"/>
          <p:cNvSpPr/>
          <p:nvPr userDrawn="1"/>
        </p:nvSpPr>
        <p:spPr>
          <a:xfrm>
            <a:off x="11289031" y="6252905"/>
            <a:ext cx="45719" cy="216158"/>
          </a:xfrm>
          <a:custGeom>
            <a:avLst/>
            <a:gdLst>
              <a:gd name="connsiteX0" fmla="*/ 0 w 0"/>
              <a:gd name="connsiteY0" fmla="*/ 0 h 167951"/>
              <a:gd name="connsiteX1" fmla="*/ 0 w 0"/>
              <a:gd name="connsiteY1" fmla="*/ 167951 h 167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67951">
                <a:moveTo>
                  <a:pt x="0" y="0"/>
                </a:moveTo>
                <a:lnTo>
                  <a:pt x="0" y="167951"/>
                </a:lnTo>
              </a:path>
            </a:pathLst>
          </a:custGeom>
          <a:noFill/>
          <a:ln w="19050" cap="flat" cmpd="sng" algn="ctr">
            <a:solidFill>
              <a:srgbClr val="62646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725449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Objec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271463"/>
            <a:ext cx="10969943" cy="109537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509713"/>
            <a:ext cx="10969943" cy="4762500"/>
          </a:xfrm>
        </p:spPr>
        <p:txBody>
          <a:bodyPr rIns="0">
            <a:noAutofit/>
          </a:bodyPr>
          <a:lstStyle>
            <a:lvl1pPr marL="0" indent="0" algn="l">
              <a:buNone/>
              <a:defRPr sz="2200">
                <a:solidFill>
                  <a:srgbClr val="626469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608013" y="6345952"/>
            <a:ext cx="2839902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r>
              <a:rPr lang="en-US" sz="800" dirty="0" smtClean="0">
                <a:solidFill>
                  <a:srgbClr val="626469"/>
                </a:solidFill>
                <a:latin typeface="Arial" pitchFamily="34" charset="0"/>
                <a:cs typeface="Arial" pitchFamily="34" charset="0"/>
              </a:rPr>
              <a:t>Confidential Property of Schneider Electric</a:t>
            </a:r>
          </a:p>
        </p:txBody>
      </p:sp>
    </p:spTree>
    <p:extLst>
      <p:ext uri="{BB962C8B-B14F-4D97-AF65-F5344CB8AC3E}">
        <p14:creationId xmlns="" xmlns:p14="http://schemas.microsoft.com/office/powerpoint/2010/main" val="11905798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2" y="271463"/>
            <a:ext cx="10969784" cy="1095375"/>
          </a:xfrm>
        </p:spPr>
        <p:txBody>
          <a:bodyPr/>
          <a:lstStyle>
            <a:lvl1pPr>
              <a:defRPr>
                <a:solidFill>
                  <a:srgbClr val="009530"/>
                </a:solidFill>
              </a:defRPr>
            </a:lvl1pPr>
          </a:lstStyle>
          <a:p>
            <a:r>
              <a:rPr lang="fr-FR" smtClean="0"/>
              <a:t>Cliquez pour modifier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09713"/>
            <a:ext cx="5184934" cy="517525"/>
          </a:xfrm>
        </p:spPr>
        <p:txBody>
          <a:bodyPr rIns="0" anchor="t" anchorCtr="0"/>
          <a:lstStyle>
            <a:lvl1pPr marL="0" indent="0" algn="l">
              <a:buNone/>
              <a:defRPr sz="2200" b="1">
                <a:solidFill>
                  <a:srgbClr val="009530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4" y="1509713"/>
            <a:ext cx="5387471" cy="517525"/>
          </a:xfrm>
        </p:spPr>
        <p:txBody>
          <a:bodyPr rIns="0" anchor="t" anchorCtr="0"/>
          <a:lstStyle>
            <a:lvl1pPr marL="0" indent="0" algn="l">
              <a:buNone/>
              <a:defRPr sz="2200" b="1">
                <a:solidFill>
                  <a:srgbClr val="009530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609600" y="2144713"/>
            <a:ext cx="5184775" cy="412749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6191250" y="2144713"/>
            <a:ext cx="5387975" cy="412749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608013" y="6345952"/>
            <a:ext cx="2839902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r>
              <a:rPr lang="en-US" sz="800" dirty="0" smtClean="0">
                <a:solidFill>
                  <a:srgbClr val="626469"/>
                </a:solidFill>
                <a:latin typeface="Arial" pitchFamily="34" charset="0"/>
                <a:cs typeface="Arial" pitchFamily="34" charset="0"/>
              </a:rPr>
              <a:t>Confidential Property of Schneider Electric</a:t>
            </a:r>
          </a:p>
        </p:txBody>
      </p:sp>
    </p:spTree>
    <p:extLst>
      <p:ext uri="{BB962C8B-B14F-4D97-AF65-F5344CB8AC3E}">
        <p14:creationId xmlns="" xmlns:p14="http://schemas.microsoft.com/office/powerpoint/2010/main" val="22203513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ition Spruce Green">
    <p:bg>
      <p:bgPr>
        <a:solidFill>
          <a:srgbClr val="009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441" y="2436813"/>
            <a:ext cx="10969943" cy="1255711"/>
          </a:xfrm>
        </p:spPr>
        <p:txBody>
          <a:bodyPr anchor="b" anchorCtr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 smtClean="0"/>
              <a:t>Transition Slide Headline</a:t>
            </a:r>
            <a:endParaRPr lang="en-US" dirty="0"/>
          </a:p>
        </p:txBody>
      </p:sp>
      <p:pic>
        <p:nvPicPr>
          <p:cNvPr id="5" name="Picture 23" descr="C:\Users\Kurt\Desktop\Untitled-1cc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=""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10073498" y="6132081"/>
            <a:ext cx="1131079" cy="336982"/>
          </a:xfrm>
          <a:prstGeom prst="rect">
            <a:avLst/>
          </a:prstGeom>
          <a:noFill/>
        </p:spPr>
      </p:pic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03250" y="3765551"/>
            <a:ext cx="10972800" cy="1228724"/>
          </a:xfrm>
        </p:spPr>
        <p:txBody>
          <a:bodyPr rIns="0">
            <a:noAutofit/>
          </a:bodyPr>
          <a:lstStyle>
            <a:lvl1pPr marL="0" indent="0" algn="l">
              <a:buNone/>
              <a:defRPr sz="2200">
                <a:solidFill>
                  <a:srgbClr val="FFFFFF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smtClean="0"/>
              <a:t>Sub-headline if necessary</a:t>
            </a:r>
            <a:endParaRPr lang="en-US" dirty="0"/>
          </a:p>
        </p:txBody>
      </p:sp>
      <p:sp>
        <p:nvSpPr>
          <p:cNvPr id="11" name="Freeform 10"/>
          <p:cNvSpPr/>
          <p:nvPr userDrawn="1"/>
        </p:nvSpPr>
        <p:spPr>
          <a:xfrm>
            <a:off x="11289031" y="6252905"/>
            <a:ext cx="45719" cy="216158"/>
          </a:xfrm>
          <a:custGeom>
            <a:avLst/>
            <a:gdLst>
              <a:gd name="connsiteX0" fmla="*/ 0 w 0"/>
              <a:gd name="connsiteY0" fmla="*/ 0 h 167951"/>
              <a:gd name="connsiteX1" fmla="*/ 0 w 0"/>
              <a:gd name="connsiteY1" fmla="*/ 167951 h 167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67951">
                <a:moveTo>
                  <a:pt x="0" y="0"/>
                </a:moveTo>
                <a:lnTo>
                  <a:pt x="0" y="167951"/>
                </a:lnTo>
              </a:path>
            </a:pathLst>
          </a:custGeom>
          <a:noFill/>
          <a:ln w="1905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2" name="Slide Number Placeholder 3"/>
          <p:cNvSpPr txBox="1">
            <a:spLocks/>
          </p:cNvSpPr>
          <p:nvPr userDrawn="1"/>
        </p:nvSpPr>
        <p:spPr>
          <a:xfrm>
            <a:off x="11182350" y="6278563"/>
            <a:ext cx="396875" cy="190500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B71EA597-8D80-41E5-B030-69B08F708DA5}" type="slidenum">
              <a:rPr lang="en-US" sz="1200">
                <a:solidFill>
                  <a:srgbClr val="FFFFFF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‹N°›</a:t>
            </a:fld>
            <a:endParaRPr lang="en-US" sz="1200" dirty="0">
              <a:solidFill>
                <a:srgbClr val="FFFFFF"/>
              </a:solidFill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010383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65113"/>
            <a:ext cx="10969943" cy="109696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 dirty="0" smtClean="0"/>
              <a:t>Headline</a:t>
            </a:r>
            <a:br>
              <a:rPr lang="en-US" noProof="0" dirty="0" smtClean="0"/>
            </a:b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09713"/>
            <a:ext cx="10969943" cy="4649553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en-US" noProof="0" dirty="0" smtClean="0"/>
              <a:t>Sub Headline</a:t>
            </a:r>
          </a:p>
          <a:p>
            <a:pPr lvl="1"/>
            <a:r>
              <a:rPr lang="en-US" noProof="0" dirty="0" smtClean="0"/>
              <a:t>Paragraph or Body Copy</a:t>
            </a:r>
          </a:p>
          <a:p>
            <a:pPr lvl="2"/>
            <a:r>
              <a:rPr lang="en-US" noProof="0" dirty="0" smtClean="0"/>
              <a:t>First Level Bullet</a:t>
            </a:r>
          </a:p>
          <a:p>
            <a:pPr lvl="3"/>
            <a:r>
              <a:rPr lang="en-US" noProof="0" dirty="0" smtClean="0"/>
              <a:t>Second Level Bullet</a:t>
            </a:r>
          </a:p>
          <a:p>
            <a:pPr lvl="4"/>
            <a:r>
              <a:rPr lang="en-US" noProof="0" dirty="0" smtClean="0"/>
              <a:t>Third Level Bullet</a:t>
            </a:r>
          </a:p>
          <a:p>
            <a:pPr lvl="5"/>
            <a:r>
              <a:rPr lang="en-US" noProof="0" dirty="0" smtClean="0"/>
              <a:t>Fourth Level Bullet</a:t>
            </a:r>
            <a:endParaRPr lang="en-US" noProof="0" dirty="0"/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11182350" y="6278563"/>
            <a:ext cx="396875" cy="190500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B71EA597-8D80-41E5-B030-69B08F708DA5}" type="slidenum">
              <a:rPr lang="en-US" sz="1200">
                <a:solidFill>
                  <a:srgbClr val="626469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‹N°›</a:t>
            </a:fld>
            <a:endParaRPr lang="en-US" sz="1200" dirty="0">
              <a:solidFill>
                <a:srgbClr val="626469"/>
              </a:solidFill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17507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50" r:id="rId2"/>
    <p:sldLayoutId id="2147483649" r:id="rId3"/>
    <p:sldLayoutId id="2147483688" r:id="rId4"/>
    <p:sldLayoutId id="2147483657" r:id="rId5"/>
    <p:sldLayoutId id="2147483652" r:id="rId6"/>
    <p:sldLayoutId id="2147483663" r:id="rId7"/>
    <p:sldLayoutId id="2147483656" r:id="rId8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rgbClr val="009530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225425" indent="-225425" algn="l" defTabSz="914400" rtl="0" eaLnBrk="1" latinLnBrk="0" hangingPunct="1">
        <a:spcBef>
          <a:spcPct val="20000"/>
        </a:spcBef>
        <a:buClr>
          <a:srgbClr val="009530"/>
        </a:buClr>
        <a:buFont typeface="Arial" pitchFamily="34" charset="0"/>
        <a:buChar char="&gt;"/>
        <a:defRPr sz="2200" kern="1200">
          <a:solidFill>
            <a:srgbClr val="009530"/>
          </a:solidFill>
          <a:latin typeface="Arial" pitchFamily="34" charset="0"/>
          <a:ea typeface="+mn-ea"/>
          <a:cs typeface="Arial" pitchFamily="34" charset="0"/>
        </a:defRPr>
      </a:lvl1pPr>
      <a:lvl2pPr marL="457200" indent="-228600" algn="l" defTabSz="914400" rtl="0" eaLnBrk="1" latinLnBrk="0" hangingPunct="1">
        <a:spcBef>
          <a:spcPct val="20000"/>
        </a:spcBef>
        <a:buClr>
          <a:srgbClr val="626469"/>
        </a:buClr>
        <a:buFont typeface="Arial" pitchFamily="34" charset="0"/>
        <a:buChar char="&gt;"/>
        <a:defRPr sz="2000" kern="1200">
          <a:solidFill>
            <a:srgbClr val="626469"/>
          </a:solidFill>
          <a:latin typeface="Arial" pitchFamily="34" charset="0"/>
          <a:ea typeface="+mn-ea"/>
          <a:cs typeface="Arial" pitchFamily="34" charset="0"/>
        </a:defRPr>
      </a:lvl2pPr>
      <a:lvl3pPr marL="685800" indent="-228600" algn="l" defTabSz="914400" rtl="0" eaLnBrk="1" latinLnBrk="0" hangingPunct="1">
        <a:spcBef>
          <a:spcPct val="20000"/>
        </a:spcBef>
        <a:buClr>
          <a:srgbClr val="626469"/>
        </a:buClr>
        <a:buFont typeface="Arial" pitchFamily="34" charset="0"/>
        <a:buChar char="-"/>
        <a:defRPr sz="1800" kern="1200">
          <a:solidFill>
            <a:srgbClr val="626469"/>
          </a:solidFill>
          <a:latin typeface="Arial" pitchFamily="34" charset="0"/>
          <a:ea typeface="+mn-ea"/>
          <a:cs typeface="Arial" pitchFamily="34" charset="0"/>
        </a:defRPr>
      </a:lvl3pPr>
      <a:lvl4pPr marL="914400" indent="-228600" algn="l" defTabSz="914400" rtl="0" eaLnBrk="1" latinLnBrk="0" hangingPunct="1">
        <a:spcBef>
          <a:spcPct val="20000"/>
        </a:spcBef>
        <a:buClr>
          <a:srgbClr val="626469"/>
        </a:buClr>
        <a:buFont typeface="Arial" pitchFamily="34" charset="0"/>
        <a:buChar char="-"/>
        <a:defRPr sz="1600" kern="1200">
          <a:solidFill>
            <a:srgbClr val="626469"/>
          </a:solidFill>
          <a:latin typeface="Arial" pitchFamily="34" charset="0"/>
          <a:ea typeface="+mn-ea"/>
          <a:cs typeface="Arial" pitchFamily="34" charset="0"/>
        </a:defRPr>
      </a:lvl4pPr>
      <a:lvl5pPr marL="1143000" indent="-228600" algn="l" defTabSz="914400" rtl="0" eaLnBrk="1" latinLnBrk="0" hangingPunct="1">
        <a:spcBef>
          <a:spcPct val="20000"/>
        </a:spcBef>
        <a:buClr>
          <a:srgbClr val="626469"/>
        </a:buClr>
        <a:buFont typeface="Arial" pitchFamily="34" charset="0"/>
        <a:buChar char="-"/>
        <a:defRPr sz="1400" kern="1200" baseline="0">
          <a:solidFill>
            <a:srgbClr val="626469"/>
          </a:solidFill>
          <a:latin typeface="Arial" pitchFamily="34" charset="0"/>
          <a:ea typeface="+mn-ea"/>
          <a:cs typeface="Arial" pitchFamily="34" charset="0"/>
        </a:defRPr>
      </a:lvl5pPr>
      <a:lvl6pPr marL="1371600" indent="-228600" algn="l" defTabSz="914400" rtl="0" eaLnBrk="1" latinLnBrk="0" hangingPunct="1">
        <a:spcBef>
          <a:spcPct val="20000"/>
        </a:spcBef>
        <a:buFont typeface="Arial" pitchFamily="34" charset="0"/>
        <a:buChar char="-"/>
        <a:defRPr sz="1200" kern="1200">
          <a:solidFill>
            <a:srgbClr val="626469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Managing or adding an new interface language</a:t>
            </a:r>
            <a:endParaRPr lang="en-US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SoMachine Basic V1.3</a:t>
            </a:r>
            <a:endParaRPr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September 2014</a:t>
            </a:r>
            <a:endParaRPr lang="en-US" dirty="0" smtClean="0"/>
          </a:p>
          <a:p>
            <a:r>
              <a:rPr lang="en-US" dirty="0" smtClean="0"/>
              <a:t>G. Landru</a:t>
            </a:r>
          </a:p>
          <a:p>
            <a:r>
              <a:rPr lang="en-US" dirty="0" smtClean="0"/>
              <a:t>Machine Solution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– Restriction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this document, SoMB stands for “SoMachine Basic”</a:t>
            </a:r>
          </a:p>
          <a:p>
            <a:endParaRPr lang="en-US" dirty="0" smtClean="0"/>
          </a:p>
          <a:p>
            <a:r>
              <a:rPr lang="en-US" dirty="0" smtClean="0"/>
              <a:t>Starting V1.3, it is possible to enhance the supported languages of SoMB software</a:t>
            </a:r>
          </a:p>
          <a:p>
            <a:r>
              <a:rPr lang="en-US" dirty="0" smtClean="0"/>
              <a:t>This allows to deploy SoMB with a local language</a:t>
            </a:r>
          </a:p>
          <a:p>
            <a:endParaRPr lang="en-US" dirty="0" smtClean="0"/>
          </a:p>
          <a:p>
            <a:r>
              <a:rPr lang="en-US" dirty="0" smtClean="0"/>
              <a:t>Unfortunately, some texts are not yet opened for translation</a:t>
            </a:r>
          </a:p>
          <a:p>
            <a:pPr lvl="1"/>
            <a:r>
              <a:rPr lang="en-US" dirty="0" smtClean="0"/>
              <a:t>Linked with catalog </a:t>
            </a:r>
            <a:r>
              <a:rPr lang="en-US" dirty="0" smtClean="0"/>
              <a:t>description</a:t>
            </a:r>
          </a:p>
          <a:p>
            <a:endParaRPr lang="en-US" dirty="0" smtClean="0"/>
          </a:p>
          <a:p>
            <a:r>
              <a:rPr lang="en-US" dirty="0" smtClean="0"/>
              <a:t>For all new SW version, there are some new texts to be translated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it works 1/2</a:t>
            </a:r>
            <a:endParaRPr lang="en-US" dirty="0"/>
          </a:p>
        </p:txBody>
      </p:sp>
      <p:sp>
        <p:nvSpPr>
          <p:cNvPr id="9" name="Espace réservé du contenu 7"/>
          <p:cNvSpPr>
            <a:spLocks noGrp="1"/>
          </p:cNvSpPr>
          <p:nvPr>
            <p:ph idx="1"/>
          </p:nvPr>
        </p:nvSpPr>
        <p:spPr>
          <a:xfrm>
            <a:off x="608013" y="1509713"/>
            <a:ext cx="10969943" cy="4649553"/>
          </a:xfrm>
        </p:spPr>
        <p:txBody>
          <a:bodyPr/>
          <a:lstStyle/>
          <a:p>
            <a:r>
              <a:rPr lang="en-US" dirty="0" smtClean="0"/>
              <a:t>SoMachine Basic is developed in C# </a:t>
            </a:r>
            <a:r>
              <a:rPr lang="en-US" b="1" dirty="0" smtClean="0"/>
              <a:t>.</a:t>
            </a:r>
            <a:r>
              <a:rPr lang="en-US" dirty="0" smtClean="0"/>
              <a:t>NET</a:t>
            </a:r>
          </a:p>
          <a:p>
            <a:pPr lvl="1"/>
            <a:r>
              <a:rPr lang="en-US" dirty="0" smtClean="0"/>
              <a:t>Used the standard .NET mechanism for language management</a:t>
            </a:r>
          </a:p>
          <a:p>
            <a:pPr lvl="1"/>
            <a:r>
              <a:rPr lang="en-US" dirty="0" smtClean="0"/>
              <a:t>All supported language files are placed in a dedicated folder whose name is the language name</a:t>
            </a:r>
          </a:p>
          <a:p>
            <a:pPr lvl="1"/>
            <a:r>
              <a:rPr lang="en-US" dirty="0" smtClean="0"/>
              <a:t>Each language file is compiled for a specific language</a:t>
            </a:r>
          </a:p>
          <a:p>
            <a:pPr lvl="2">
              <a:buFont typeface="Wingdings"/>
              <a:buChar char="è"/>
            </a:pPr>
            <a:r>
              <a:rPr lang="en-US" dirty="0" smtClean="0"/>
              <a:t>Not possible to replace a language by another by changing a language file</a:t>
            </a:r>
          </a:p>
          <a:p>
            <a:endParaRPr lang="en-US" dirty="0"/>
          </a:p>
        </p:txBody>
      </p:sp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4569857" y="3928763"/>
            <a:ext cx="6219825" cy="256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it works 2/2</a:t>
            </a:r>
            <a:endParaRPr lang="en-US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All strings in SoMB have a default value starting with “t-”</a:t>
            </a:r>
          </a:p>
          <a:p>
            <a:pPr lvl="1"/>
            <a:r>
              <a:rPr lang="en-US" dirty="0" smtClean="0"/>
              <a:t>These “t-” strings are strings put by developers, </a:t>
            </a:r>
            <a:r>
              <a:rPr lang="en-US" b="1" dirty="0" smtClean="0"/>
              <a:t>not validated by SoMB marketing</a:t>
            </a:r>
          </a:p>
          <a:p>
            <a:pPr lvl="1"/>
            <a:r>
              <a:rPr lang="en-US" dirty="0" smtClean="0"/>
              <a:t>If a string which appears starting with “t-” means it has not been translated or translation file is missing</a:t>
            </a:r>
          </a:p>
          <a:p>
            <a:endParaRPr lang="en-US" dirty="0" smtClean="0"/>
          </a:p>
          <a:p>
            <a:r>
              <a:rPr lang="en-US" dirty="0" smtClean="0"/>
              <a:t>From the software compilation, all strings are extracted, translated and language files are generated to be integrated in the setup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to add a new language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Starting with SoMachine Basic V1.3, it is possible to add a new language</a:t>
            </a:r>
          </a:p>
          <a:p>
            <a:pPr lvl="1"/>
            <a:r>
              <a:rPr lang="en-US" dirty="0" smtClean="0"/>
              <a:t>Gets the language strings to </a:t>
            </a:r>
            <a:r>
              <a:rPr lang="en-US" dirty="0" smtClean="0"/>
              <a:t>translate</a:t>
            </a:r>
          </a:p>
          <a:p>
            <a:pPr lvl="2"/>
            <a:r>
              <a:rPr lang="en-US" dirty="0" smtClean="0"/>
              <a:t>We should translate all the strings included in Excel file named </a:t>
            </a:r>
            <a:r>
              <a:rPr lang="en-US" dirty="0" smtClean="0"/>
              <a:t>“SoMB_strings.xlsx”</a:t>
            </a:r>
            <a:endParaRPr lang="en-US" dirty="0" smtClean="0"/>
          </a:p>
          <a:p>
            <a:pPr lvl="2"/>
            <a:r>
              <a:rPr lang="en-US" dirty="0" smtClean="0"/>
              <a:t>You can find it in folder </a:t>
            </a:r>
            <a:r>
              <a:rPr lang="en-US" dirty="0" smtClean="0"/>
              <a:t>“&lt;programs&gt;\Schneider </a:t>
            </a:r>
            <a:r>
              <a:rPr lang="en-US" dirty="0" smtClean="0"/>
              <a:t>Electric\SoMachine </a:t>
            </a:r>
            <a:r>
              <a:rPr lang="en-US" dirty="0" smtClean="0"/>
              <a:t>Basic\</a:t>
            </a:r>
            <a:r>
              <a:rPr lang="en-US" dirty="0" err="1" smtClean="0"/>
              <a:t>AvailableLanguages</a:t>
            </a:r>
            <a:r>
              <a:rPr lang="en-US" dirty="0" smtClean="0"/>
              <a:t>”</a:t>
            </a:r>
            <a:endParaRPr lang="en-US" dirty="0" smtClean="0"/>
          </a:p>
          <a:p>
            <a:pPr lvl="1"/>
            <a:r>
              <a:rPr lang="en-US" dirty="0" smtClean="0"/>
              <a:t>Generate or ask to generate the corresponding language files for a specific language </a:t>
            </a:r>
            <a:r>
              <a:rPr lang="en-US" dirty="0" smtClean="0"/>
              <a:t>code</a:t>
            </a:r>
          </a:p>
          <a:p>
            <a:pPr lvl="2"/>
            <a:r>
              <a:rPr lang="en-US" dirty="0" smtClean="0"/>
              <a:t>Send this excel file to product manager</a:t>
            </a:r>
          </a:p>
          <a:p>
            <a:pPr lvl="2"/>
            <a:r>
              <a:rPr lang="en-US" dirty="0" smtClean="0"/>
              <a:t>He will send you back the folder with generated </a:t>
            </a:r>
            <a:r>
              <a:rPr lang="en-US" dirty="0" err="1" smtClean="0"/>
              <a:t>dll</a:t>
            </a:r>
            <a:r>
              <a:rPr lang="en-US" dirty="0" smtClean="0"/>
              <a:t> files</a:t>
            </a:r>
            <a:endParaRPr lang="en-US" dirty="0" smtClean="0"/>
          </a:p>
          <a:p>
            <a:pPr lvl="1"/>
            <a:r>
              <a:rPr lang="en-US" dirty="0" smtClean="0"/>
              <a:t>Copy the new files in their dedicated </a:t>
            </a:r>
            <a:r>
              <a:rPr lang="en-US" dirty="0" smtClean="0"/>
              <a:t>folder at </a:t>
            </a:r>
            <a:r>
              <a:rPr lang="en-US" dirty="0" smtClean="0"/>
              <a:t>same level as other languages</a:t>
            </a:r>
            <a:endParaRPr lang="en-US" dirty="0" smtClean="0"/>
          </a:p>
          <a:p>
            <a:pPr lvl="1"/>
            <a:r>
              <a:rPr lang="en-US" dirty="0" smtClean="0"/>
              <a:t>Edit the file \</a:t>
            </a:r>
            <a:r>
              <a:rPr lang="en-US" dirty="0" err="1" smtClean="0"/>
              <a:t>AvailableLanguages</a:t>
            </a:r>
            <a:r>
              <a:rPr lang="en-US" dirty="0" smtClean="0"/>
              <a:t>\AvailableLanguages.xml (where </a:t>
            </a:r>
            <a:r>
              <a:rPr lang="en-US" dirty="0" err="1" smtClean="0"/>
              <a:t>SoMB</a:t>
            </a:r>
            <a:r>
              <a:rPr lang="en-US" dirty="0" smtClean="0"/>
              <a:t> is installed)</a:t>
            </a:r>
          </a:p>
          <a:p>
            <a:pPr lvl="1"/>
            <a:r>
              <a:rPr lang="en-US" dirty="0" smtClean="0"/>
              <a:t>Add the new language:</a:t>
            </a:r>
          </a:p>
          <a:p>
            <a:pPr lvl="2">
              <a:buFont typeface="Arial"/>
              <a:buChar char="&gt;"/>
            </a:pPr>
            <a:r>
              <a:rPr lang="en-US" dirty="0" smtClean="0"/>
              <a:t>Ensure code is the same than generated files and the new folder name</a:t>
            </a:r>
          </a:p>
          <a:p>
            <a:pPr lvl="2">
              <a:buFont typeface="Arial"/>
              <a:buChar char="&gt;"/>
            </a:pPr>
            <a:r>
              <a:rPr lang="en-US" dirty="0" smtClean="0"/>
              <a:t>Enter the Name of the new language (rule is ‘name in English’ – ‘name in specific language’)</a:t>
            </a:r>
          </a:p>
          <a:p>
            <a:pPr lvl="2">
              <a:buFont typeface="Arial"/>
              <a:buChar char="&gt;"/>
            </a:pPr>
            <a:r>
              <a:rPr lang="en-US" dirty="0" smtClean="0"/>
              <a:t>Point to a End User License Agreement file (use English)</a:t>
            </a:r>
          </a:p>
          <a:p>
            <a:pPr lvl="2">
              <a:buFont typeface="Wingdings"/>
              <a:buChar char="è"/>
            </a:pPr>
            <a:r>
              <a:rPr lang="en-US" dirty="0" smtClean="0"/>
              <a:t>Restart </a:t>
            </a:r>
            <a:r>
              <a:rPr lang="en-US" dirty="0" err="1" smtClean="0"/>
              <a:t>SoMB</a:t>
            </a:r>
            <a:r>
              <a:rPr lang="en-US" dirty="0" smtClean="0"/>
              <a:t>, the new language should appear in the list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Schneider Electric">
      <a:dk1>
        <a:srgbClr val="87D200"/>
      </a:dk1>
      <a:lt1>
        <a:sysClr val="window" lastClr="FFFFFF"/>
      </a:lt1>
      <a:dk2>
        <a:srgbClr val="009530"/>
      </a:dk2>
      <a:lt2>
        <a:srgbClr val="4FA600"/>
      </a:lt2>
      <a:accent1>
        <a:srgbClr val="FFD100"/>
      </a:accent1>
      <a:accent2>
        <a:srgbClr val="E47F00"/>
      </a:accent2>
      <a:accent3>
        <a:srgbClr val="B10043"/>
      </a:accent3>
      <a:accent4>
        <a:srgbClr val="42B4E6"/>
      </a:accent4>
      <a:accent5>
        <a:srgbClr val="626469"/>
      </a:accent5>
      <a:accent6>
        <a:srgbClr val="9FA0A4"/>
      </a:accent6>
      <a:hlink>
        <a:srgbClr val="116082"/>
      </a:hlink>
      <a:folHlink>
        <a:srgbClr val="5F006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9FA0A4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dirty="0" err="1" smtClean="0">
            <a:solidFill>
              <a:srgbClr val="626469"/>
            </a:solidFill>
            <a:latin typeface="Arial" pitchFamily="34" charset="0"/>
            <a:cs typeface="Arial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106</TotalTime>
  <Words>391</Words>
  <Application>Microsoft Office PowerPoint</Application>
  <PresentationFormat>Personnalisé</PresentationFormat>
  <Paragraphs>42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blank</vt:lpstr>
      <vt:lpstr>Managing or adding an new interface language</vt:lpstr>
      <vt:lpstr>Introduction – Restriction</vt:lpstr>
      <vt:lpstr>How it works 1/2</vt:lpstr>
      <vt:lpstr>How it works 2/2</vt:lpstr>
      <vt:lpstr>Steps to add a new language</vt:lpstr>
    </vt:vector>
  </TitlesOfParts>
  <Company>Schneider Electric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Managing or adding an new interface language</dc:title>
  <dc:creator>Guillaume Landru</dc:creator>
  <cp:lastModifiedBy>Guillaume Landru</cp:lastModifiedBy>
  <cp:revision>15</cp:revision>
  <dcterms:created xsi:type="dcterms:W3CDTF">2014-08-22T06:47:45Z</dcterms:created>
  <dcterms:modified xsi:type="dcterms:W3CDTF">2014-09-21T16:17:37Z</dcterms:modified>
</cp:coreProperties>
</file>